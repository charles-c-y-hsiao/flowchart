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1" autoAdjust="0"/>
    <p:restoredTop sz="94660"/>
  </p:normalViewPr>
  <p:slideViewPr>
    <p:cSldViewPr snapToGrid="0">
      <p:cViewPr>
        <p:scale>
          <a:sx n="66" d="100"/>
          <a:sy n="66" d="100"/>
        </p:scale>
        <p:origin x="-17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C318-7F5D-49AF-8962-821BD16FA87E}" type="datetimeFigureOut">
              <a:rPr lang="zh-TW" altLang="en-US" smtClean="0"/>
              <a:t>2026/6/20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9C9AD-1618-425B-9D14-40DF89DBE7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6462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C318-7F5D-49AF-8962-821BD16FA87E}" type="datetimeFigureOut">
              <a:rPr lang="zh-TW" altLang="en-US" smtClean="0"/>
              <a:t>2026/6/20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9C9AD-1618-425B-9D14-40DF89DBE7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704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C318-7F5D-49AF-8962-821BD16FA87E}" type="datetimeFigureOut">
              <a:rPr lang="zh-TW" altLang="en-US" smtClean="0"/>
              <a:t>2026/6/20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9C9AD-1618-425B-9D14-40DF89DBE7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390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C318-7F5D-49AF-8962-821BD16FA87E}" type="datetimeFigureOut">
              <a:rPr lang="zh-TW" altLang="en-US" smtClean="0"/>
              <a:t>2026/6/20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9C9AD-1618-425B-9D14-40DF89DBE7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346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C318-7F5D-49AF-8962-821BD16FA87E}" type="datetimeFigureOut">
              <a:rPr lang="zh-TW" altLang="en-US" smtClean="0"/>
              <a:t>2026/6/20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9C9AD-1618-425B-9D14-40DF89DBE7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8461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C318-7F5D-49AF-8962-821BD16FA87E}" type="datetimeFigureOut">
              <a:rPr lang="zh-TW" altLang="en-US" smtClean="0"/>
              <a:t>2026/6/20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9C9AD-1618-425B-9D14-40DF89DBE7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908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C318-7F5D-49AF-8962-821BD16FA87E}" type="datetimeFigureOut">
              <a:rPr lang="zh-TW" altLang="en-US" smtClean="0"/>
              <a:t>2026/6/20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9C9AD-1618-425B-9D14-40DF89DBE7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6462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C318-7F5D-49AF-8962-821BD16FA87E}" type="datetimeFigureOut">
              <a:rPr lang="zh-TW" altLang="en-US" smtClean="0"/>
              <a:t>2026/6/20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9C9AD-1618-425B-9D14-40DF89DBE7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494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C318-7F5D-49AF-8962-821BD16FA87E}" type="datetimeFigureOut">
              <a:rPr lang="zh-TW" altLang="en-US" smtClean="0"/>
              <a:t>2026/6/20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9C9AD-1618-425B-9D14-40DF89DBE7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92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C318-7F5D-49AF-8962-821BD16FA87E}" type="datetimeFigureOut">
              <a:rPr lang="zh-TW" altLang="en-US" smtClean="0"/>
              <a:t>2026/6/20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9C9AD-1618-425B-9D14-40DF89DBE7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199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5C318-7F5D-49AF-8962-821BD16FA87E}" type="datetimeFigureOut">
              <a:rPr lang="zh-TW" altLang="en-US" smtClean="0"/>
              <a:t>2026/6/20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9C9AD-1618-425B-9D14-40DF89DBE7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4064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5C318-7F5D-49AF-8962-821BD16FA87E}" type="datetimeFigureOut">
              <a:rPr lang="zh-TW" altLang="en-US" smtClean="0"/>
              <a:t>2026/6/20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9C9AD-1618-425B-9D14-40DF89DBE7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815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/>
        </p:nvSpPr>
        <p:spPr>
          <a:xfrm>
            <a:off x="2197100" y="1397000"/>
            <a:ext cx="216000" cy="216000"/>
          </a:xfrm>
          <a:prstGeom prst="ellipse">
            <a:avLst/>
          </a:prstGeom>
          <a:noFill/>
          <a:ln w="762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接點 5"/>
          <p:cNvCxnSpPr>
            <a:stCxn id="4" idx="4"/>
          </p:cNvCxnSpPr>
          <p:nvPr/>
        </p:nvCxnSpPr>
        <p:spPr>
          <a:xfrm>
            <a:off x="2305100" y="1613000"/>
            <a:ext cx="7570" cy="39106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單箭頭接點 2"/>
          <p:cNvCxnSpPr>
            <a:stCxn id="5" idx="2"/>
            <a:endCxn id="7" idx="1"/>
          </p:cNvCxnSpPr>
          <p:nvPr/>
        </p:nvCxnSpPr>
        <p:spPr>
          <a:xfrm rot="16200000" flipH="1">
            <a:off x="8416925" y="1791335"/>
            <a:ext cx="712470" cy="807720"/>
          </a:xfrm>
          <a:prstGeom prst="bentConnector2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圓角矩形 4"/>
          <p:cNvSpPr/>
          <p:nvPr/>
        </p:nvSpPr>
        <p:spPr>
          <a:xfrm>
            <a:off x="7561580" y="955040"/>
            <a:ext cx="1615440" cy="8839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9177020" y="2123440"/>
            <a:ext cx="1615440" cy="8559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9522460" y="3291840"/>
            <a:ext cx="1615440" cy="8559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>
            <a:stCxn id="5" idx="2"/>
            <a:endCxn id="8" idx="1"/>
          </p:cNvCxnSpPr>
          <p:nvPr/>
        </p:nvCxnSpPr>
        <p:spPr>
          <a:xfrm rot="16200000" flipH="1">
            <a:off x="8005445" y="2202815"/>
            <a:ext cx="1880870" cy="1153160"/>
          </a:xfrm>
          <a:prstGeom prst="bentConnector2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橢圓 1"/>
          <p:cNvSpPr/>
          <p:nvPr/>
        </p:nvSpPr>
        <p:spPr>
          <a:xfrm>
            <a:off x="3378200" y="1168400"/>
            <a:ext cx="2514600" cy="2514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488497" y="3422650"/>
            <a:ext cx="294005" cy="5943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186180" y="2584450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/>
              <a:t>原本：</a:t>
            </a:r>
          </a:p>
          <a:p>
            <a:r>
              <a:rPr lang="zh-TW" altLang="en-US"/>
              <a:t>│</a:t>
            </a:r>
          </a:p>
          <a:p>
            <a:r>
              <a:rPr lang="zh-TW" altLang="en-US"/>
              <a:t>├──</a:t>
            </a:r>
          </a:p>
          <a:p>
            <a:r>
              <a:rPr lang="zh-TW" altLang="en-US"/>
              <a:t>├────</a:t>
            </a:r>
          </a:p>
          <a:p>
            <a:r>
              <a:rPr lang="zh-TW" altLang="en-US"/>
              <a:t>└──────</a:t>
            </a:r>
          </a:p>
          <a:p>
            <a:endParaRPr lang="zh-TW" altLang="en-US"/>
          </a:p>
          <a:p>
            <a:r>
              <a:rPr lang="zh-TW" altLang="en-US"/>
              <a:t>改成：</a:t>
            </a:r>
          </a:p>
          <a:p>
            <a:r>
              <a:rPr lang="zh-TW" altLang="en-US"/>
              <a:t>│</a:t>
            </a:r>
          </a:p>
          <a:p>
            <a:r>
              <a:rPr lang="zh-TW" altLang="en-US"/>
              <a:t>├──</a:t>
            </a:r>
          </a:p>
          <a:p>
            <a:r>
              <a:rPr lang="zh-TW" altLang="en-US"/>
              <a:t> │</a:t>
            </a:r>
          </a:p>
          <a:p>
            <a:r>
              <a:rPr lang="zh-TW" altLang="en-US"/>
              <a:t> ├────</a:t>
            </a:r>
          </a:p>
          <a:p>
            <a:r>
              <a:rPr lang="zh-TW" altLang="en-US"/>
              <a:t>  │</a:t>
            </a:r>
          </a:p>
          <a:p>
            <a:r>
              <a:rPr lang="zh-TW" altLang="en-US"/>
              <a:t>  └──────</a:t>
            </a:r>
          </a:p>
        </p:txBody>
      </p:sp>
    </p:spTree>
    <p:extLst>
      <p:ext uri="{BB962C8B-B14F-4D97-AF65-F5344CB8AC3E}">
        <p14:creationId xmlns:p14="http://schemas.microsoft.com/office/powerpoint/2010/main" val="87324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ritical path method: Software features to look f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075" y="673100"/>
            <a:ext cx="6858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439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788"/>
            <a:ext cx="12192000" cy="6640423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7807"/>
            <a:ext cx="12192000" cy="4742385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200" y="1532316"/>
            <a:ext cx="12192000" cy="474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165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788"/>
            <a:ext cx="12192000" cy="6640423"/>
          </a:xfrm>
          <a:prstGeom prst="rect">
            <a:avLst/>
          </a:prstGeom>
        </p:spPr>
      </p:pic>
      <p:cxnSp>
        <p:nvCxnSpPr>
          <p:cNvPr id="5" name="直線接點 4"/>
          <p:cNvCxnSpPr/>
          <p:nvPr/>
        </p:nvCxnSpPr>
        <p:spPr>
          <a:xfrm>
            <a:off x="2946400" y="944880"/>
            <a:ext cx="0" cy="574040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 rot="5400000">
            <a:off x="2815338" y="1341121"/>
            <a:ext cx="63145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Now</a:t>
            </a:r>
            <a:endParaRPr lang="zh-TW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09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43</Words>
  <Application>Microsoft Office PowerPoint</Application>
  <PresentationFormat>寬螢幕</PresentationFormat>
  <Paragraphs>14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20</cp:revision>
  <dcterms:created xsi:type="dcterms:W3CDTF">2026-06-18T12:51:31Z</dcterms:created>
  <dcterms:modified xsi:type="dcterms:W3CDTF">2026-06-20T17:05:35Z</dcterms:modified>
</cp:coreProperties>
</file>