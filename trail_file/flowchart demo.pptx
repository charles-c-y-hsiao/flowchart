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3" autoAdjust="0"/>
    <p:restoredTop sz="94660"/>
  </p:normalViewPr>
  <p:slideViewPr>
    <p:cSldViewPr snapToGrid="0">
      <p:cViewPr>
        <p:scale>
          <a:sx n="75" d="100"/>
          <a:sy n="75" d="100"/>
        </p:scale>
        <p:origin x="-158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548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62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01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148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520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005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720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53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646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30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81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08931-BEB5-4821-8448-BB999B7DCD70}" type="datetimeFigureOut">
              <a:rPr lang="zh-TW" altLang="en-US" smtClean="0"/>
              <a:t>2026/7/11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6D959-A116-429D-86C6-D2DF3B07048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34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2183905" y="717891"/>
            <a:ext cx="2297151" cy="1070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mtClean="0"/>
              <a:t>Start</a:t>
            </a:r>
            <a:endParaRPr lang="zh-TW" altLang="en-US"/>
          </a:p>
        </p:txBody>
      </p:sp>
      <p:sp>
        <p:nvSpPr>
          <p:cNvPr id="5" name="圓角矩形 4"/>
          <p:cNvSpPr/>
          <p:nvPr/>
        </p:nvSpPr>
        <p:spPr>
          <a:xfrm>
            <a:off x="2183905" y="2269025"/>
            <a:ext cx="2297151" cy="1070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mtClean="0"/>
              <a:t>Read model pricing config</a:t>
            </a:r>
            <a:endParaRPr lang="zh-TW" altLang="en-US"/>
          </a:p>
        </p:txBody>
      </p:sp>
      <p:sp>
        <p:nvSpPr>
          <p:cNvPr id="6" name="流程圖: 決策 5"/>
          <p:cNvSpPr/>
          <p:nvPr/>
        </p:nvSpPr>
        <p:spPr>
          <a:xfrm>
            <a:off x="1889760" y="3820160"/>
            <a:ext cx="2885440" cy="12395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C</a:t>
            </a:r>
            <a:r>
              <a:rPr lang="en-US" altLang="zh-TW" smtClean="0"/>
              <a:t>allOpenAIExtraction() ?</a:t>
            </a:r>
            <a:endParaRPr lang="zh-TW" altLang="en-US"/>
          </a:p>
        </p:txBody>
      </p:sp>
      <p:cxnSp>
        <p:nvCxnSpPr>
          <p:cNvPr id="8" name="直線單箭頭接點 7"/>
          <p:cNvCxnSpPr/>
          <p:nvPr/>
        </p:nvCxnSpPr>
        <p:spPr>
          <a:xfrm>
            <a:off x="3332480" y="1788408"/>
            <a:ext cx="0" cy="480617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 flipH="1">
            <a:off x="3332480" y="3339542"/>
            <a:ext cx="1" cy="480618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/>
          <p:cNvSpPr/>
          <p:nvPr/>
        </p:nvSpPr>
        <p:spPr>
          <a:xfrm>
            <a:off x="2183904" y="5371294"/>
            <a:ext cx="2297151" cy="1070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mtClean="0"/>
              <a:t>Go Next Step</a:t>
            </a:r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4988064" y="5408588"/>
            <a:ext cx="2297151" cy="1070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mtClean="0"/>
              <a:t>Check it Again</a:t>
            </a:r>
            <a:endParaRPr lang="zh-TW" altLang="en-US"/>
          </a:p>
        </p:txBody>
      </p:sp>
      <p:cxnSp>
        <p:nvCxnSpPr>
          <p:cNvPr id="14" name="直線單箭頭接點 13"/>
          <p:cNvCxnSpPr>
            <a:stCxn id="6" idx="2"/>
            <a:endCxn id="12" idx="0"/>
          </p:cNvCxnSpPr>
          <p:nvPr/>
        </p:nvCxnSpPr>
        <p:spPr>
          <a:xfrm>
            <a:off x="3332480" y="5059680"/>
            <a:ext cx="0" cy="311614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>
            <a:stCxn id="6" idx="3"/>
            <a:endCxn id="13" idx="0"/>
          </p:cNvCxnSpPr>
          <p:nvPr/>
        </p:nvCxnSpPr>
        <p:spPr>
          <a:xfrm>
            <a:off x="4775200" y="4439920"/>
            <a:ext cx="1361440" cy="968668"/>
          </a:xfrm>
          <a:prstGeom prst="bentConnector2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531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14</Words>
  <Application>Microsoft Office PowerPoint</Application>
  <PresentationFormat>寬螢幕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3</cp:revision>
  <dcterms:created xsi:type="dcterms:W3CDTF">2026-07-11T06:35:46Z</dcterms:created>
  <dcterms:modified xsi:type="dcterms:W3CDTF">2026-07-11T09:42:49Z</dcterms:modified>
</cp:coreProperties>
</file>